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Credit Card Fraud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Machine Learning Project</a:t>
            </a:r>
          </a:p>
          <a:p>
            <a:r>
              <a:t>By Pradeep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Detect fraudulent credit card transactions</a:t>
            </a:r>
          </a:p>
          <a:p>
            <a:r>
              <a:t>• Dataset: Kaggle creditcard.csv</a:t>
            </a:r>
          </a:p>
          <a:p>
            <a:r>
              <a:t>• 284,807 transactions</a:t>
            </a:r>
          </a:p>
          <a:p>
            <a:r>
              <a:t>• Fraud cases ≈ 0.17% (highly imbalanced)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EDA &amp; Preprocessing</a:t>
            </a:r>
          </a:p>
          <a:p>
            <a:r>
              <a:t>2. Scaling (Amount), dropping Time</a:t>
            </a:r>
          </a:p>
          <a:p>
            <a:r>
              <a:t>3. Imbalance handling (SMOTE / class_weight)</a:t>
            </a:r>
          </a:p>
          <a:p>
            <a:r>
              <a:t>4. Models: LR, RF, XGBoost, LightGBM</a:t>
            </a:r>
          </a:p>
          <a:p>
            <a:r>
              <a:t>5. Evaluation: Precision, Recall, F1, ROC-AUC</a:t>
            </a:r>
          </a:p>
          <a:p>
            <a:r>
              <a:t>6. SHAP Explainability</a:t>
            </a:r>
          </a:p>
          <a:p>
            <a:r>
              <a:t>7. Deployment (Flask/FastAPI)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Logistic Regression → Baseline</a:t>
            </a:r>
          </a:p>
          <a:p>
            <a:r>
              <a:t>• RandomForest + SMOTE → Better recall</a:t>
            </a:r>
          </a:p>
          <a:p>
            <a:r>
              <a:t>• XGBoost (scale_pos_weight) → Best PR-AUC</a:t>
            </a:r>
          </a:p>
          <a:p>
            <a:r>
              <a:t>• LightGBM → Competitive performance</a:t>
            </a:r>
          </a:p>
          <a:p/>
          <a:p>
            <a:r>
              <a:t>Final selection: XGBoost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Explainability &amp; Use-Case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SHAP summary plot for feature importance</a:t>
            </a:r>
          </a:p>
          <a:p>
            <a:r>
              <a:t>• Local SHAP values explain individual predictions</a:t>
            </a:r>
          </a:p>
          <a:p>
            <a:r>
              <a:t>• Helps analysts trust decisions</a:t>
            </a:r>
          </a:p>
          <a:p>
            <a:r>
              <a:t>• Reduces manual fraud review workload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Saved model with joblib</a:t>
            </a:r>
          </a:p>
          <a:p>
            <a:r>
              <a:t>• REST API endpoint /predict</a:t>
            </a:r>
          </a:p>
          <a:p>
            <a:r>
              <a:t>• Monitor model drift</a:t>
            </a:r>
          </a:p>
          <a:p>
            <a:r>
              <a:t>• Improve feature engineering (Time-based)</a:t>
            </a:r>
          </a:p>
          <a:p>
            <a:r>
              <a:t>• Ensemble stacking in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